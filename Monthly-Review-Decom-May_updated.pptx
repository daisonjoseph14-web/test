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5162F-2404-4638-8156-7939503BE41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F7791-70E0-4666-AFFC-9C9468CB5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85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26DBC-E335-0A5A-BED7-669198AF2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7063BB-A7EF-4232-26B8-8FBA47E84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537CD60-345F-B07E-4A7E-EEA48ABDA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8870BE-EA77-31B0-AA96-9F0154FA1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849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sv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8" y="1815352"/>
            <a:ext cx="11700000" cy="44662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3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8" y="1815351"/>
            <a:ext cx="11700000" cy="44662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27349" y="1148607"/>
            <a:ext cx="11700000" cy="5040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375612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349" y="2205319"/>
            <a:ext cx="5400000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defRPr sz="16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349" y="1420989"/>
            <a:ext cx="5400000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rgbClr val="12ABDB"/>
                </a:solidFill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BDC0DA-1585-454D-9E74-41D2AFC0F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4016" y="1420989"/>
            <a:ext cx="5400000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rgbClr val="12ABDB"/>
                </a:solidFill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DCA2B41-0A1F-45C2-A74A-EB99E41096F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836" t="-4713" b="16530"/>
          <a:stretch/>
        </p:blipFill>
        <p:spPr>
          <a:xfrm>
            <a:off x="11491419" y="164829"/>
            <a:ext cx="424356" cy="45962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4016" y="2205319"/>
            <a:ext cx="5400000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defRPr sz="16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4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349" y="2205319"/>
            <a:ext cx="5400000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defRPr sz="16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349" y="1420989"/>
            <a:ext cx="5400000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rgbClr val="12ABDB"/>
                </a:solidFill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BDC0DA-1585-454D-9E74-41D2AFC0F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4016" y="1420989"/>
            <a:ext cx="5400000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rgbClr val="12ABDB"/>
                </a:solidFill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DCA2B41-0A1F-45C2-A74A-EB99E41096F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836" t="-4713" b="16530"/>
          <a:stretch/>
        </p:blipFill>
        <p:spPr>
          <a:xfrm>
            <a:off x="11491419" y="164829"/>
            <a:ext cx="424356" cy="45962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4016" y="2205319"/>
            <a:ext cx="5400000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defRPr sz="16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7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350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350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3358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3358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4125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4125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</p:spTree>
    <p:extLst>
      <p:ext uri="{BB962C8B-B14F-4D97-AF65-F5344CB8AC3E}">
        <p14:creationId xmlns:p14="http://schemas.microsoft.com/office/powerpoint/2010/main" val="373645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numbering, 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5" name="Object 1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 userDrawn="1"/>
        </p:nvSpPr>
        <p:spPr>
          <a:xfrm>
            <a:off x="0" y="0"/>
            <a:ext cx="919998" cy="428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510" name="Freeform 6"/>
          <p:cNvSpPr>
            <a:spLocks/>
          </p:cNvSpPr>
          <p:nvPr userDrawn="1"/>
        </p:nvSpPr>
        <p:spPr bwMode="auto">
          <a:xfrm>
            <a:off x="0" y="0"/>
            <a:ext cx="919998" cy="1146174"/>
          </a:xfrm>
          <a:custGeom>
            <a:avLst/>
            <a:gdLst/>
            <a:ahLst/>
            <a:cxnLst>
              <a:cxn ang="0">
                <a:pos x="1681" y="25"/>
              </a:cxn>
              <a:cxn ang="0">
                <a:pos x="1655" y="0"/>
              </a:cxn>
              <a:cxn ang="0">
                <a:pos x="22" y="0"/>
              </a:cxn>
              <a:cxn ang="0">
                <a:pos x="0" y="23"/>
              </a:cxn>
              <a:cxn ang="0">
                <a:pos x="0" y="2095"/>
              </a:cxn>
              <a:cxn ang="0">
                <a:pos x="336" y="2085"/>
              </a:cxn>
              <a:cxn ang="0">
                <a:pos x="682" y="2056"/>
              </a:cxn>
              <a:cxn ang="0">
                <a:pos x="897" y="2032"/>
              </a:cxn>
              <a:cxn ang="0">
                <a:pos x="1082" y="2005"/>
              </a:cxn>
              <a:cxn ang="0">
                <a:pos x="1332" y="1960"/>
              </a:cxn>
              <a:cxn ang="0">
                <a:pos x="1567" y="1911"/>
              </a:cxn>
              <a:cxn ang="0">
                <a:pos x="1680" y="1883"/>
              </a:cxn>
              <a:cxn ang="0">
                <a:pos x="1681" y="25"/>
              </a:cxn>
            </a:cxnLst>
            <a:rect l="0" t="0" r="r" b="b"/>
            <a:pathLst>
              <a:path w="1681" h="2095">
                <a:moveTo>
                  <a:pt x="1681" y="25"/>
                </a:moveTo>
                <a:cubicBezTo>
                  <a:pt x="1681" y="3"/>
                  <a:pt x="1675" y="0"/>
                  <a:pt x="1655" y="0"/>
                </a:cubicBezTo>
                <a:cubicBezTo>
                  <a:pt x="1111" y="1"/>
                  <a:pt x="567" y="1"/>
                  <a:pt x="22" y="0"/>
                </a:cubicBezTo>
                <a:cubicBezTo>
                  <a:pt x="5" y="0"/>
                  <a:pt x="0" y="3"/>
                  <a:pt x="0" y="23"/>
                </a:cubicBezTo>
                <a:cubicBezTo>
                  <a:pt x="0" y="713"/>
                  <a:pt x="0" y="1404"/>
                  <a:pt x="0" y="2095"/>
                </a:cubicBezTo>
                <a:cubicBezTo>
                  <a:pt x="112" y="2091"/>
                  <a:pt x="224" y="2088"/>
                  <a:pt x="336" y="2085"/>
                </a:cubicBezTo>
                <a:cubicBezTo>
                  <a:pt x="452" y="2081"/>
                  <a:pt x="567" y="2068"/>
                  <a:pt x="682" y="2056"/>
                </a:cubicBezTo>
                <a:cubicBezTo>
                  <a:pt x="754" y="2049"/>
                  <a:pt x="826" y="2045"/>
                  <a:pt x="897" y="2032"/>
                </a:cubicBezTo>
                <a:cubicBezTo>
                  <a:pt x="958" y="2020"/>
                  <a:pt x="1021" y="2018"/>
                  <a:pt x="1082" y="2005"/>
                </a:cubicBezTo>
                <a:cubicBezTo>
                  <a:pt x="1165" y="1989"/>
                  <a:pt x="1249" y="1977"/>
                  <a:pt x="1332" y="1960"/>
                </a:cubicBezTo>
                <a:cubicBezTo>
                  <a:pt x="1410" y="1945"/>
                  <a:pt x="1489" y="1928"/>
                  <a:pt x="1567" y="1911"/>
                </a:cubicBezTo>
                <a:cubicBezTo>
                  <a:pt x="1605" y="1904"/>
                  <a:pt x="1643" y="1895"/>
                  <a:pt x="1680" y="1883"/>
                </a:cubicBezTo>
                <a:cubicBezTo>
                  <a:pt x="1680" y="1263"/>
                  <a:pt x="1680" y="644"/>
                  <a:pt x="1681" y="25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872" y="0"/>
            <a:ext cx="10377711" cy="11049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7" y="1815351"/>
            <a:ext cx="11700000" cy="44676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974872" y="1148607"/>
            <a:ext cx="10940903" cy="5040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8742"/>
            <a:ext cx="914400" cy="914400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400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26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95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F5AEA1-6A77-4676-B8B3-EF658F5F8430}"/>
              </a:ext>
            </a:extLst>
          </p:cNvPr>
          <p:cNvSpPr/>
          <p:nvPr userDrawn="1"/>
        </p:nvSpPr>
        <p:spPr>
          <a:xfrm flipV="1">
            <a:off x="1" y="0"/>
            <a:ext cx="5204012" cy="3119718"/>
          </a:xfrm>
          <a:custGeom>
            <a:avLst/>
            <a:gdLst>
              <a:gd name="connsiteX0" fmla="*/ 2836724 w 6262141"/>
              <a:gd name="connsiteY0" fmla="*/ 775 h 4159686"/>
              <a:gd name="connsiteX1" fmla="*/ 3822188 w 6262141"/>
              <a:gd name="connsiteY1" fmla="*/ 22965 h 4159686"/>
              <a:gd name="connsiteX2" fmla="*/ 5982756 w 6262141"/>
              <a:gd name="connsiteY2" fmla="*/ 3706589 h 4159686"/>
              <a:gd name="connsiteX3" fmla="*/ 6262141 w 6262141"/>
              <a:gd name="connsiteY3" fmla="*/ 4159686 h 4159686"/>
              <a:gd name="connsiteX4" fmla="*/ 0 w 6262141"/>
              <a:gd name="connsiteY4" fmla="*/ 4159686 h 4159686"/>
              <a:gd name="connsiteX5" fmla="*/ 0 w 6262141"/>
              <a:gd name="connsiteY5" fmla="*/ 3700458 h 4159686"/>
              <a:gd name="connsiteX6" fmla="*/ 0 w 6262141"/>
              <a:gd name="connsiteY6" fmla="*/ 3329154 h 4159686"/>
              <a:gd name="connsiteX7" fmla="*/ 0 w 6262141"/>
              <a:gd name="connsiteY7" fmla="*/ 2944589 h 4159686"/>
              <a:gd name="connsiteX8" fmla="*/ 0 w 6262141"/>
              <a:gd name="connsiteY8" fmla="*/ 2546533 h 4159686"/>
              <a:gd name="connsiteX9" fmla="*/ 0 w 6262141"/>
              <a:gd name="connsiteY9" fmla="*/ 2134752 h 4159686"/>
              <a:gd name="connsiteX10" fmla="*/ 0 w 6262141"/>
              <a:gd name="connsiteY10" fmla="*/ 1709014 h 4159686"/>
              <a:gd name="connsiteX11" fmla="*/ 0 w 6262141"/>
              <a:gd name="connsiteY11" fmla="*/ 1269085 h 4159686"/>
              <a:gd name="connsiteX12" fmla="*/ 0 w 6262141"/>
              <a:gd name="connsiteY12" fmla="*/ 814735 h 4159686"/>
              <a:gd name="connsiteX13" fmla="*/ 0 w 6262141"/>
              <a:gd name="connsiteY13" fmla="*/ 345728 h 4159686"/>
              <a:gd name="connsiteX14" fmla="*/ 2836724 w 6262141"/>
              <a:gd name="connsiteY14" fmla="*/ 775 h 4159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62141" h="4159686">
                <a:moveTo>
                  <a:pt x="2836724" y="775"/>
                </a:moveTo>
                <a:cubicBezTo>
                  <a:pt x="3163345" y="-2587"/>
                  <a:pt x="3492318" y="5034"/>
                  <a:pt x="3822188" y="22965"/>
                </a:cubicBezTo>
                <a:cubicBezTo>
                  <a:pt x="4104550" y="1058496"/>
                  <a:pt x="5095168" y="2317803"/>
                  <a:pt x="5982756" y="3706589"/>
                </a:cubicBezTo>
                <a:lnTo>
                  <a:pt x="6262141" y="4159686"/>
                </a:lnTo>
                <a:lnTo>
                  <a:pt x="0" y="4159686"/>
                </a:lnTo>
                <a:lnTo>
                  <a:pt x="0" y="3700458"/>
                </a:lnTo>
                <a:lnTo>
                  <a:pt x="0" y="3329154"/>
                </a:lnTo>
                <a:lnTo>
                  <a:pt x="0" y="2944589"/>
                </a:lnTo>
                <a:lnTo>
                  <a:pt x="0" y="2546533"/>
                </a:lnTo>
                <a:lnTo>
                  <a:pt x="0" y="2134752"/>
                </a:lnTo>
                <a:lnTo>
                  <a:pt x="0" y="1709014"/>
                </a:lnTo>
                <a:lnTo>
                  <a:pt x="0" y="1269085"/>
                </a:lnTo>
                <a:lnTo>
                  <a:pt x="0" y="814735"/>
                </a:lnTo>
                <a:lnTo>
                  <a:pt x="0" y="345728"/>
                </a:lnTo>
                <a:cubicBezTo>
                  <a:pt x="898178" y="119794"/>
                  <a:pt x="1856863" y="10862"/>
                  <a:pt x="2836724" y="775"/>
                </a:cubicBezTo>
                <a:close/>
              </a:path>
            </a:pathLst>
          </a:custGeom>
          <a:solidFill>
            <a:srgbClr val="12A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E551D69-F21D-4601-B4BD-97ECB52F39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3129" y="5278426"/>
            <a:ext cx="3296647" cy="33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defRPr sz="1600" b="1">
                <a:solidFill>
                  <a:schemeClr val="accent2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Insert education 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C359575-5CC3-4B2F-91E7-19D6A150B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129" y="3916350"/>
            <a:ext cx="3296647" cy="412363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3745724-67BB-4475-9660-FEEE122686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2081" y="4344097"/>
            <a:ext cx="3304144" cy="89484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C78431F2-3F85-4748-A6BC-A08250A6D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2081" y="5601397"/>
            <a:ext cx="3297695" cy="71386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13" name="Oval 20">
            <a:extLst>
              <a:ext uri="{FF2B5EF4-FFF2-40B4-BE49-F238E27FC236}">
                <a16:creationId xmlns:a16="http://schemas.microsoft.com/office/drawing/2014/main" id="{1EFB3510-D39A-47CF-8191-109DDF9E53D5}"/>
              </a:ext>
            </a:extLst>
          </p:cNvPr>
          <p:cNvSpPr/>
          <p:nvPr userDrawn="1"/>
        </p:nvSpPr>
        <p:spPr>
          <a:xfrm>
            <a:off x="1381192" y="1147034"/>
            <a:ext cx="2609222" cy="2465696"/>
          </a:xfrm>
          <a:custGeom>
            <a:avLst/>
            <a:gdLst>
              <a:gd name="connsiteX0" fmla="*/ 0 w 3314251"/>
              <a:gd name="connsiteY0" fmla="*/ 1564410 h 3128820"/>
              <a:gd name="connsiteX1" fmla="*/ 1657126 w 3314251"/>
              <a:gd name="connsiteY1" fmla="*/ 0 h 3128820"/>
              <a:gd name="connsiteX2" fmla="*/ 3314252 w 3314251"/>
              <a:gd name="connsiteY2" fmla="*/ 1564410 h 3128820"/>
              <a:gd name="connsiteX3" fmla="*/ 1657126 w 3314251"/>
              <a:gd name="connsiteY3" fmla="*/ 3128820 h 3128820"/>
              <a:gd name="connsiteX4" fmla="*/ 0 w 3314251"/>
              <a:gd name="connsiteY4" fmla="*/ 1564410 h 3128820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5821 h 3130231"/>
              <a:gd name="connsiteX1" fmla="*/ 1657126 w 3314252"/>
              <a:gd name="connsiteY1" fmla="*/ 1411 h 3130231"/>
              <a:gd name="connsiteX2" fmla="*/ 3314252 w 3314252"/>
              <a:gd name="connsiteY2" fmla="*/ 1565821 h 3130231"/>
              <a:gd name="connsiteX3" fmla="*/ 1657126 w 3314252"/>
              <a:gd name="connsiteY3" fmla="*/ 3130231 h 3130231"/>
              <a:gd name="connsiteX4" fmla="*/ 0 w 3314252"/>
              <a:gd name="connsiteY4" fmla="*/ 1565821 h 3130231"/>
              <a:gd name="connsiteX0" fmla="*/ 0 w 3314252"/>
              <a:gd name="connsiteY0" fmla="*/ 1567937 h 3132347"/>
              <a:gd name="connsiteX1" fmla="*/ 1657126 w 3314252"/>
              <a:gd name="connsiteY1" fmla="*/ 3527 h 3132347"/>
              <a:gd name="connsiteX2" fmla="*/ 3314252 w 3314252"/>
              <a:gd name="connsiteY2" fmla="*/ 1567937 h 3132347"/>
              <a:gd name="connsiteX3" fmla="*/ 1657126 w 3314252"/>
              <a:gd name="connsiteY3" fmla="*/ 3132347 h 3132347"/>
              <a:gd name="connsiteX4" fmla="*/ 0 w 3314252"/>
              <a:gd name="connsiteY4" fmla="*/ 1567937 h 3132347"/>
              <a:gd name="connsiteX0" fmla="*/ 0 w 3314252"/>
              <a:gd name="connsiteY0" fmla="*/ 1564505 h 3128915"/>
              <a:gd name="connsiteX1" fmla="*/ 1657126 w 3314252"/>
              <a:gd name="connsiteY1" fmla="*/ 95 h 3128915"/>
              <a:gd name="connsiteX2" fmla="*/ 3314252 w 3314252"/>
              <a:gd name="connsiteY2" fmla="*/ 1564505 h 3128915"/>
              <a:gd name="connsiteX3" fmla="*/ 1657126 w 3314252"/>
              <a:gd name="connsiteY3" fmla="*/ 3128915 h 3128915"/>
              <a:gd name="connsiteX4" fmla="*/ 0 w 3314252"/>
              <a:gd name="connsiteY4" fmla="*/ 1564505 h 3128915"/>
              <a:gd name="connsiteX0" fmla="*/ 0 w 3314252"/>
              <a:gd name="connsiteY0" fmla="*/ 1565503 h 3129913"/>
              <a:gd name="connsiteX1" fmla="*/ 1657126 w 3314252"/>
              <a:gd name="connsiteY1" fmla="*/ 1093 h 3129913"/>
              <a:gd name="connsiteX2" fmla="*/ 3314252 w 3314252"/>
              <a:gd name="connsiteY2" fmla="*/ 1565503 h 3129913"/>
              <a:gd name="connsiteX3" fmla="*/ 1657126 w 3314252"/>
              <a:gd name="connsiteY3" fmla="*/ 3129913 h 3129913"/>
              <a:gd name="connsiteX4" fmla="*/ 0 w 3314252"/>
              <a:gd name="connsiteY4" fmla="*/ 1565503 h 3129913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4433 h 3128843"/>
              <a:gd name="connsiteX1" fmla="*/ 1657126 w 3314252"/>
              <a:gd name="connsiteY1" fmla="*/ 23 h 3128843"/>
              <a:gd name="connsiteX2" fmla="*/ 3314252 w 3314252"/>
              <a:gd name="connsiteY2" fmla="*/ 1564433 h 3128843"/>
              <a:gd name="connsiteX3" fmla="*/ 1657126 w 3314252"/>
              <a:gd name="connsiteY3" fmla="*/ 3128843 h 3128843"/>
              <a:gd name="connsiteX4" fmla="*/ 0 w 3314252"/>
              <a:gd name="connsiteY4" fmla="*/ 1564433 h 3128843"/>
              <a:gd name="connsiteX0" fmla="*/ 0 w 3314252"/>
              <a:gd name="connsiteY0" fmla="*/ 1564433 h 3129053"/>
              <a:gd name="connsiteX1" fmla="*/ 1657126 w 3314252"/>
              <a:gd name="connsiteY1" fmla="*/ 23 h 3129053"/>
              <a:gd name="connsiteX2" fmla="*/ 3314252 w 3314252"/>
              <a:gd name="connsiteY2" fmla="*/ 1564433 h 3129053"/>
              <a:gd name="connsiteX3" fmla="*/ 1657126 w 3314252"/>
              <a:gd name="connsiteY3" fmla="*/ 3128843 h 3129053"/>
              <a:gd name="connsiteX4" fmla="*/ 0 w 3314252"/>
              <a:gd name="connsiteY4" fmla="*/ 1564433 h 3129053"/>
              <a:gd name="connsiteX0" fmla="*/ 0 w 3314252"/>
              <a:gd name="connsiteY0" fmla="*/ 1564433 h 3131880"/>
              <a:gd name="connsiteX1" fmla="*/ 1657126 w 3314252"/>
              <a:gd name="connsiteY1" fmla="*/ 23 h 3131880"/>
              <a:gd name="connsiteX2" fmla="*/ 3314252 w 3314252"/>
              <a:gd name="connsiteY2" fmla="*/ 1564433 h 3131880"/>
              <a:gd name="connsiteX3" fmla="*/ 1657126 w 3314252"/>
              <a:gd name="connsiteY3" fmla="*/ 3128843 h 3131880"/>
              <a:gd name="connsiteX4" fmla="*/ 0 w 3314252"/>
              <a:gd name="connsiteY4" fmla="*/ 1564433 h 3131880"/>
              <a:gd name="connsiteX0" fmla="*/ 0 w 3314252"/>
              <a:gd name="connsiteY0" fmla="*/ 1564433 h 3131423"/>
              <a:gd name="connsiteX1" fmla="*/ 1657126 w 3314252"/>
              <a:gd name="connsiteY1" fmla="*/ 23 h 3131423"/>
              <a:gd name="connsiteX2" fmla="*/ 3314252 w 3314252"/>
              <a:gd name="connsiteY2" fmla="*/ 1564433 h 3131423"/>
              <a:gd name="connsiteX3" fmla="*/ 1657126 w 3314252"/>
              <a:gd name="connsiteY3" fmla="*/ 3128843 h 3131423"/>
              <a:gd name="connsiteX4" fmla="*/ 0 w 3314252"/>
              <a:gd name="connsiteY4" fmla="*/ 1564433 h 313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252" h="3131423">
                <a:moveTo>
                  <a:pt x="0" y="1564433"/>
                </a:moveTo>
                <a:cubicBezTo>
                  <a:pt x="0" y="700433"/>
                  <a:pt x="775256" y="19074"/>
                  <a:pt x="1657126" y="23"/>
                </a:cubicBezTo>
                <a:cubicBezTo>
                  <a:pt x="2639009" y="-4740"/>
                  <a:pt x="3314252" y="700433"/>
                  <a:pt x="3314252" y="1564433"/>
                </a:cubicBezTo>
                <a:cubicBezTo>
                  <a:pt x="3314252" y="2428433"/>
                  <a:pt x="2367543" y="3071694"/>
                  <a:pt x="1657126" y="3128843"/>
                </a:cubicBezTo>
                <a:cubicBezTo>
                  <a:pt x="665721" y="3181230"/>
                  <a:pt x="0" y="2428433"/>
                  <a:pt x="0" y="1564433"/>
                </a:cubicBezTo>
                <a:close/>
              </a:path>
            </a:pathLst>
          </a:custGeom>
          <a:solidFill>
            <a:srgbClr val="95E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551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9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11">
            <a:extLst>
              <a:ext uri="{FF2B5EF4-FFF2-40B4-BE49-F238E27FC236}">
                <a16:creationId xmlns:a16="http://schemas.microsoft.com/office/drawing/2014/main" id="{10113F8D-52D8-4246-B9BC-1A6D3EF8C72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5000"/>
          <a:stretch>
            <a:fillRect/>
          </a:stretch>
        </p:blipFill>
        <p:spPr>
          <a:xfrm>
            <a:off x="0" y="1485900"/>
            <a:ext cx="6423098" cy="5372100"/>
          </a:xfrm>
          <a:custGeom>
            <a:avLst/>
            <a:gdLst>
              <a:gd name="connsiteX0" fmla="*/ 0 w 6149773"/>
              <a:gd name="connsiteY0" fmla="*/ 0 h 5143500"/>
              <a:gd name="connsiteX1" fmla="*/ 6149773 w 6149773"/>
              <a:gd name="connsiteY1" fmla="*/ 0 h 5143500"/>
              <a:gd name="connsiteX2" fmla="*/ 6149773 w 6149773"/>
              <a:gd name="connsiteY2" fmla="*/ 5143500 h 5143500"/>
              <a:gd name="connsiteX3" fmla="*/ 0 w 6149773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9773" h="5143500">
                <a:moveTo>
                  <a:pt x="0" y="0"/>
                </a:moveTo>
                <a:lnTo>
                  <a:pt x="6149773" y="0"/>
                </a:lnTo>
                <a:lnTo>
                  <a:pt x="6149773" y="5143500"/>
                </a:lnTo>
                <a:lnTo>
                  <a:pt x="0" y="5143500"/>
                </a:lnTo>
                <a:close/>
              </a:path>
            </a:pathLst>
          </a:cu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E908611-FBB7-4987-BE0F-F09EAF1FFC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99399" y="1226738"/>
            <a:ext cx="370840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99399" y="1912986"/>
            <a:ext cx="370840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99399" y="2593438"/>
            <a:ext cx="370840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99399" y="3276788"/>
            <a:ext cx="370840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99399" y="3960138"/>
            <a:ext cx="370840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99399" y="4647882"/>
            <a:ext cx="370840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99399" y="5326838"/>
            <a:ext cx="370840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99399" y="6008372"/>
            <a:ext cx="370840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0" name="Picture Placeholder 47">
            <a:extLst>
              <a:ext uri="{FF2B5EF4-FFF2-40B4-BE49-F238E27FC236}">
                <a16:creationId xmlns:a16="http://schemas.microsoft.com/office/drawing/2014/main" id="{51CA337D-4B25-44C1-847A-AC0D74277B6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381125"/>
            <a:ext cx="7494588" cy="54768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6690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655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54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CE78-4101-EAFA-D14F-B0BEBBF65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43125-D700-7231-73B8-8D225E259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21038-FEDE-C2BD-01C5-ECCEA799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5D11-8E84-447D-8C74-A093B383CA6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B6955-A697-9793-2DFE-63ED9543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E8953-376B-3D52-38A7-673D990A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CAF13-A6A5-4CA1-A017-83A8D874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48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0E20E51-8807-014B-9D69-FD99D6BED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2308"/>
          <a:stretch/>
        </p:blipFill>
        <p:spPr>
          <a:xfrm>
            <a:off x="0" y="6431282"/>
            <a:ext cx="12192000" cy="4571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D1C401-FF39-DF4A-9D07-AA4E9BBCED05}"/>
              </a:ext>
            </a:extLst>
          </p:cNvPr>
          <p:cNvCxnSpPr>
            <a:cxnSpLocks/>
          </p:cNvCxnSpPr>
          <p:nvPr userDrawn="1"/>
        </p:nvCxnSpPr>
        <p:spPr>
          <a:xfrm>
            <a:off x="11676216" y="6572900"/>
            <a:ext cx="0" cy="18421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688D9B26-6540-BC42-92B0-204CDDED3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1" y="308262"/>
            <a:ext cx="11417299" cy="336471"/>
          </a:xfrm>
        </p:spPr>
        <p:txBody>
          <a:bodyPr lIns="0" tIns="0" rIns="0" bIns="0" anchor="t">
            <a:noAutofit/>
          </a:bodyPr>
          <a:lstStyle>
            <a:lvl1pPr>
              <a:defRPr sz="2200" cap="none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A355D7B-135D-1C41-B488-8BE87EAAB8E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81001" y="705285"/>
            <a:ext cx="11430001" cy="29158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 b="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FB9254-ABCC-D94D-8BCB-B0868A291504}"/>
              </a:ext>
            </a:extLst>
          </p:cNvPr>
          <p:cNvCxnSpPr>
            <a:cxnSpLocks/>
          </p:cNvCxnSpPr>
          <p:nvPr userDrawn="1"/>
        </p:nvCxnSpPr>
        <p:spPr>
          <a:xfrm>
            <a:off x="162558" y="381000"/>
            <a:ext cx="11832047" cy="3521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4CF0822-F3C6-3845-8533-3F06617765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1276" y="6589069"/>
            <a:ext cx="1262792" cy="1591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2CEF288-E162-3E4F-9520-891940670560}"/>
              </a:ext>
            </a:extLst>
          </p:cNvPr>
          <p:cNvSpPr/>
          <p:nvPr userDrawn="1"/>
        </p:nvSpPr>
        <p:spPr>
          <a:xfrm>
            <a:off x="8476566" y="6608643"/>
            <a:ext cx="3064868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</a:rPr>
              <a:t>Company Confidential – DO NOT DISTRIBUTE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D234C3B-47AB-324E-BB6F-DE8DDFFC2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11000" y="6477000"/>
            <a:ext cx="381000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89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A4A3A4"/>
          </p15:clr>
        </p15:guide>
        <p15:guide id="2" pos="2790">
          <p15:clr>
            <a:srgbClr val="FBAE40"/>
          </p15:clr>
        </p15:guide>
        <p15:guide id="3" pos="29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54F02372-3A93-BC46-B732-68DB8BADFD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3925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27FC84B-C54A-F346-99C6-80F18170AB6C}"/>
              </a:ext>
            </a:extLst>
          </p:cNvPr>
          <p:cNvSpPr/>
          <p:nvPr userDrawn="1"/>
        </p:nvSpPr>
        <p:spPr>
          <a:xfrm>
            <a:off x="5713282" y="3220357"/>
            <a:ext cx="75527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363003A-A418-9447-9A69-00639DBCA6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FDF157E-6105-5B4D-BF23-6384573FE1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9440" y="1021360"/>
            <a:ext cx="10982960" cy="1909482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95000"/>
              </a:lnSpc>
              <a:defRPr sz="6600" b="1" i="0" cap="none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0156971-52D4-AC49-87C0-627FEEA50B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9440" y="3555591"/>
            <a:ext cx="10982960" cy="451633"/>
          </a:xfrm>
        </p:spPr>
        <p:txBody>
          <a:bodyPr lIns="0" rIns="0" anchor="t">
            <a:noAutofit/>
          </a:bodyPr>
          <a:lstStyle>
            <a:lvl1pPr marL="0" indent="0" algn="ctr">
              <a:buNone/>
              <a:defRPr sz="3200" b="0" i="0" cap="none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1109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E8503A4-8891-294C-A50E-8B3C3BE503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021360"/>
            <a:ext cx="8204947" cy="1909482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95000"/>
              </a:lnSpc>
              <a:defRPr sz="6000" b="1" i="0" cap="none"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416EEF5-4F9C-EF42-869A-277CE3A079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555591"/>
            <a:ext cx="8204948" cy="451633"/>
          </a:xfrm>
        </p:spPr>
        <p:txBody>
          <a:bodyPr lIns="0" rIns="0" anchor="t">
            <a:noAutofit/>
          </a:bodyPr>
          <a:lstStyle>
            <a:lvl1pPr marL="0" indent="0" algn="l">
              <a:buNone/>
              <a:defRPr sz="2400" b="0" i="0" cap="none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B5A8CB-8D95-474B-AE27-8E4A84CFDC72}"/>
              </a:ext>
            </a:extLst>
          </p:cNvPr>
          <p:cNvSpPr/>
          <p:nvPr userDrawn="1"/>
        </p:nvSpPr>
        <p:spPr>
          <a:xfrm>
            <a:off x="381000" y="3227294"/>
            <a:ext cx="75527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68E9E-B76B-3441-B0D3-96374FA1F316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FE4C2E7-C2C4-B949-9A07-C10A2BEA78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3D7FB35F-A392-B14F-AA18-6C6F156B7CEF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147EDBBC-62DF-FB47-9328-F943EF155479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9FCD77A-7E0C-9C4B-B7AC-14A8C5D75133}"/>
              </a:ext>
            </a:extLst>
          </p:cNvPr>
          <p:cNvSpPr txBox="1">
            <a:spLocks/>
          </p:cNvSpPr>
          <p:nvPr userDrawn="1"/>
        </p:nvSpPr>
        <p:spPr>
          <a:xfrm>
            <a:off x="403861" y="308262"/>
            <a:ext cx="11417299" cy="3364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none">
                <a:solidFill>
                  <a:schemeClr val="accent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9427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E8503A4-8891-294C-A50E-8B3C3BE503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021360"/>
            <a:ext cx="8204947" cy="1909482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95000"/>
              </a:lnSpc>
              <a:defRPr sz="6000" b="1" i="0" cap="none">
                <a:solidFill>
                  <a:schemeClr val="accent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416EEF5-4F9C-EF42-869A-277CE3A079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555591"/>
            <a:ext cx="8204948" cy="451633"/>
          </a:xfrm>
        </p:spPr>
        <p:txBody>
          <a:bodyPr lIns="0" rIns="0" anchor="t">
            <a:noAutofit/>
          </a:bodyPr>
          <a:lstStyle>
            <a:lvl1pPr marL="0" indent="0" algn="l">
              <a:buNone/>
              <a:defRPr sz="2400" b="0" i="0" cap="none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B5A8CB-8D95-474B-AE27-8E4A84CFDC72}"/>
              </a:ext>
            </a:extLst>
          </p:cNvPr>
          <p:cNvSpPr/>
          <p:nvPr userDrawn="1"/>
        </p:nvSpPr>
        <p:spPr>
          <a:xfrm>
            <a:off x="381000" y="3227294"/>
            <a:ext cx="75527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68E9E-B76B-3441-B0D3-96374FA1F316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FE4C2E7-C2C4-B949-9A07-C10A2BEA78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3D7FB35F-A392-B14F-AA18-6C6F156B7CEF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147EDBBC-62DF-FB47-9328-F943EF155479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9FCD77A-7E0C-9C4B-B7AC-14A8C5D75133}"/>
              </a:ext>
            </a:extLst>
          </p:cNvPr>
          <p:cNvSpPr txBox="1">
            <a:spLocks/>
          </p:cNvSpPr>
          <p:nvPr userDrawn="1"/>
        </p:nvSpPr>
        <p:spPr>
          <a:xfrm>
            <a:off x="403861" y="308262"/>
            <a:ext cx="11417299" cy="3364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none">
                <a:solidFill>
                  <a:schemeClr val="accent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73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6722C63-083F-2C40-AA83-2C9892C32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780" y="2226589"/>
            <a:ext cx="11408220" cy="2430470"/>
          </a:xfrm>
        </p:spPr>
        <p:txBody>
          <a:bodyPr lIns="0" rIns="0" numCol="2">
            <a:noAutofit/>
          </a:bodyPr>
          <a:lstStyle>
            <a:lvl1pPr marL="0" indent="0">
              <a:buNone/>
              <a:tabLst>
                <a:tab pos="4732338" algn="r"/>
              </a:tabLst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B7B4EED-9918-B846-9F08-BD0A9C652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780" y="1228454"/>
            <a:ext cx="11408220" cy="517288"/>
          </a:xfrm>
        </p:spPr>
        <p:txBody>
          <a:bodyPr lIns="0" rIns="0" anchor="t">
            <a:noAutofit/>
          </a:bodyPr>
          <a:lstStyle>
            <a:lvl1pPr>
              <a:defRPr sz="3600" b="0" i="0" cap="none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78EB7F-6EB3-9A4D-84EF-B27173CBC155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9BDDF65-526B-874F-B44C-D225F95402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1FE771DE-0BB5-AA42-AF24-486495FD5B9A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Footer Placeholder 3">
            <a:extLst>
              <a:ext uri="{FF2B5EF4-FFF2-40B4-BE49-F238E27FC236}">
                <a16:creationId xmlns:a16="http://schemas.microsoft.com/office/drawing/2014/main" id="{8A9097A7-1BB5-434C-934C-DEDF7C4363D9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92C4E4-DA91-A948-B8BB-5793228AFCE7}"/>
              </a:ext>
            </a:extLst>
          </p:cNvPr>
          <p:cNvSpPr txBox="1">
            <a:spLocks/>
          </p:cNvSpPr>
          <p:nvPr userDrawn="1"/>
        </p:nvSpPr>
        <p:spPr>
          <a:xfrm>
            <a:off x="403861" y="308262"/>
            <a:ext cx="11417299" cy="3364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none">
                <a:solidFill>
                  <a:schemeClr val="accent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8672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DAAFD7-E017-4F4C-8BED-7073C5DB7CCA}"/>
              </a:ext>
            </a:extLst>
          </p:cNvPr>
          <p:cNvSpPr/>
          <p:nvPr userDrawn="1"/>
        </p:nvSpPr>
        <p:spPr>
          <a:xfrm>
            <a:off x="8470422" y="1058767"/>
            <a:ext cx="3721578" cy="49965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A959CDD-324D-624C-B4C0-108EF8584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39199" y="1483361"/>
            <a:ext cx="2971801" cy="4226560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2pPr>
            <a:lvl3pPr marL="914400" indent="0"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3pPr>
            <a:lvl4pPr marL="1371600" indent="0"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4pPr>
            <a:lvl5pPr marL="1828800" indent="0"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E93F2BA-872C-A04C-9B84-6ED75B5DD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066169"/>
            <a:ext cx="7696201" cy="4437798"/>
          </a:xfrm>
        </p:spPr>
        <p:txBody>
          <a:bodyPr lIns="0" rIns="0">
            <a:no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CEDD8D-DE27-E243-A7CF-FFB9C308BCE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3701" y="5614879"/>
            <a:ext cx="7695721" cy="440481"/>
          </a:xfrm>
          <a:solidFill>
            <a:schemeClr val="accent2"/>
          </a:solidFill>
        </p:spPr>
        <p:txBody>
          <a:bodyPr lIns="182880" tIns="182880" rIns="182880" bIns="182880" anchor="ctr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EEFB80-A238-FE4F-84A5-FEA7B618B365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00211A-5884-0047-9786-C426D5B4F4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29FB50D5-23FF-0E46-BAC5-C1153EF7928F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Footer Placeholder 3">
            <a:extLst>
              <a:ext uri="{FF2B5EF4-FFF2-40B4-BE49-F238E27FC236}">
                <a16:creationId xmlns:a16="http://schemas.microsoft.com/office/drawing/2014/main" id="{6A74321C-2B4A-204F-89FC-7F450100FD7F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AEEAB00-2D7A-F04E-9CA9-22B062C25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1" y="308262"/>
            <a:ext cx="11417299" cy="336471"/>
          </a:xfrm>
        </p:spPr>
        <p:txBody>
          <a:bodyPr lIns="0" tIns="0" rIns="0" bIns="0" anchor="t">
            <a:noAutofit/>
          </a:bodyPr>
          <a:lstStyle>
            <a:lvl1pPr>
              <a:defRPr sz="1800" b="1" i="0" cap="none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7392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88">
          <p15:clr>
            <a:srgbClr val="FBAE40"/>
          </p15:clr>
        </p15:guide>
        <p15:guide id="2" pos="5328">
          <p15:clr>
            <a:srgbClr val="A4A3A4"/>
          </p15:clr>
        </p15:guide>
        <p15:guide id="3" pos="556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781CA7-FDD0-FB40-A462-AA6D70311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066169"/>
            <a:ext cx="5524501" cy="4437798"/>
          </a:xfrm>
        </p:spPr>
        <p:txBody>
          <a:bodyPr lIns="0" rIns="0">
            <a:no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75AC876-88FB-664D-97C5-A7E9B7E8956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95662" y="1066169"/>
            <a:ext cx="5524501" cy="4437798"/>
          </a:xfrm>
        </p:spPr>
        <p:txBody>
          <a:bodyPr lIns="0" rIns="0">
            <a:no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0A7D195-BC0C-0D43-BE98-E66AB5AFC8E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3701" y="5614880"/>
            <a:ext cx="11417299" cy="384602"/>
          </a:xfrm>
          <a:solidFill>
            <a:schemeClr val="accent2"/>
          </a:solidFill>
        </p:spPr>
        <p:txBody>
          <a:bodyPr lIns="182880" tIns="182880" rIns="182880" bIns="182880" anchor="ctr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1DA3F6-8930-6345-B64D-0F853904FD10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04B5981-BD0E-AD4E-9662-F3D4EB078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2C7F09A1-3741-0342-8418-2E8844DAD84B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C2B96CD6-9323-FD41-8301-DA5AF6CD4006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4CA0425-C14E-A54A-9A12-A1A22EEDB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1" y="308262"/>
            <a:ext cx="11417299" cy="336471"/>
          </a:xfrm>
        </p:spPr>
        <p:txBody>
          <a:bodyPr lIns="0" tIns="0" rIns="0" bIns="0" anchor="t">
            <a:noAutofit/>
          </a:bodyPr>
          <a:lstStyle>
            <a:lvl1pPr>
              <a:defRPr sz="1800" b="1" i="0" cap="none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0287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3720">
          <p15:clr>
            <a:srgbClr val="FBAE40"/>
          </p15:clr>
        </p15:guide>
        <p15:guide id="3" pos="39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DAAFD7-E017-4F4C-8BED-7073C5DB7CCA}"/>
              </a:ext>
            </a:extLst>
          </p:cNvPr>
          <p:cNvSpPr/>
          <p:nvPr userDrawn="1"/>
        </p:nvSpPr>
        <p:spPr>
          <a:xfrm>
            <a:off x="8470422" y="1058767"/>
            <a:ext cx="3721578" cy="49965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A959CDD-324D-624C-B4C0-108EF8584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39199" y="1483361"/>
            <a:ext cx="2971801" cy="4226560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2pPr>
            <a:lvl3pPr marL="914400" indent="0"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3pPr>
            <a:lvl4pPr marL="1371600" indent="0"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4pPr>
            <a:lvl5pPr marL="1828800" indent="0"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E93F2BA-872C-A04C-9B84-6ED75B5DD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066169"/>
            <a:ext cx="7696201" cy="4437798"/>
          </a:xfrm>
        </p:spPr>
        <p:txBody>
          <a:bodyPr lIns="0" rIns="0">
            <a:no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CEDD8D-DE27-E243-A7CF-FFB9C308BCE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3701" y="5614879"/>
            <a:ext cx="7695721" cy="440481"/>
          </a:xfrm>
          <a:solidFill>
            <a:schemeClr val="accent2"/>
          </a:solidFill>
        </p:spPr>
        <p:txBody>
          <a:bodyPr lIns="182880" tIns="182880" rIns="182880" bIns="182880" anchor="ctr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EEFB80-A238-FE4F-84A5-FEA7B618B365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00211A-5884-0047-9786-C426D5B4F4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29FB50D5-23FF-0E46-BAC5-C1153EF7928F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Footer Placeholder 3">
            <a:extLst>
              <a:ext uri="{FF2B5EF4-FFF2-40B4-BE49-F238E27FC236}">
                <a16:creationId xmlns:a16="http://schemas.microsoft.com/office/drawing/2014/main" id="{6A74321C-2B4A-204F-89FC-7F450100FD7F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AEEAB00-2D7A-F04E-9CA9-22B062C2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1" y="308262"/>
            <a:ext cx="11417299" cy="336471"/>
          </a:xfrm>
        </p:spPr>
        <p:txBody>
          <a:bodyPr lIns="0" tIns="0" rIns="0" bIns="0" anchor="t">
            <a:noAutofit/>
          </a:bodyPr>
          <a:lstStyle>
            <a:lvl1pPr>
              <a:defRPr sz="1800" b="1" i="0" cap="none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4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88">
          <p15:clr>
            <a:srgbClr val="FBAE40"/>
          </p15:clr>
        </p15:guide>
        <p15:guide id="2" pos="5328">
          <p15:clr>
            <a:srgbClr val="A4A3A4"/>
          </p15:clr>
        </p15:guide>
        <p15:guide id="3" pos="556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781CA7-FDD0-FB40-A462-AA6D70311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066169"/>
            <a:ext cx="5524501" cy="4437798"/>
          </a:xfrm>
        </p:spPr>
        <p:txBody>
          <a:bodyPr lIns="0" rIns="0">
            <a:no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75AC876-88FB-664D-97C5-A7E9B7E8956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95662" y="1066169"/>
            <a:ext cx="5524501" cy="4437798"/>
          </a:xfrm>
        </p:spPr>
        <p:txBody>
          <a:bodyPr lIns="0" rIns="0">
            <a:no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0A7D195-BC0C-0D43-BE98-E66AB5AFC8E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3701" y="5614880"/>
            <a:ext cx="11417299" cy="384602"/>
          </a:xfrm>
          <a:solidFill>
            <a:schemeClr val="accent2"/>
          </a:solidFill>
        </p:spPr>
        <p:txBody>
          <a:bodyPr lIns="182880" tIns="182880" rIns="182880" bIns="182880" anchor="ctr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1DA3F6-8930-6345-B64D-0F853904FD10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04B5981-BD0E-AD4E-9662-F3D4EB078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2C7F09A1-3741-0342-8418-2E8844DAD84B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C2B96CD6-9323-FD41-8301-DA5AF6CD4006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4CA0425-C14E-A54A-9A12-A1A22EED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1" y="308262"/>
            <a:ext cx="11417299" cy="336471"/>
          </a:xfrm>
        </p:spPr>
        <p:txBody>
          <a:bodyPr lIns="0" tIns="0" rIns="0" bIns="0" anchor="t">
            <a:noAutofit/>
          </a:bodyPr>
          <a:lstStyle>
            <a:lvl1pPr>
              <a:defRPr sz="1800" b="1" i="0" cap="none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43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3720">
          <p15:clr>
            <a:srgbClr val="FBAE40"/>
          </p15:clr>
        </p15:guide>
        <p15:guide id="3" pos="39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6DFC32-CE1E-034C-949F-1DEFA67A134A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A4B4431-7045-AA47-9986-BC9E588B6D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9CA94DC4-500D-C34C-8DD5-ADAFFFBC8F40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81189762-727E-7245-9440-6CEF0BA10938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06362C2-3B1E-F848-A898-39A9501A2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2158" y="236868"/>
            <a:ext cx="2962275" cy="431800"/>
          </a:xfrm>
        </p:spPr>
        <p:txBody>
          <a:bodyPr/>
          <a:lstStyle>
            <a:lvl1pPr marL="0" indent="0">
              <a:buNone/>
              <a:defRPr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8392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3720">
          <p15:clr>
            <a:srgbClr val="FBAE40"/>
          </p15:clr>
        </p15:guide>
        <p15:guide id="3" pos="39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2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781CA7-FDD0-FB40-A462-AA6D70311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127709"/>
            <a:ext cx="5524501" cy="4870755"/>
          </a:xfrm>
        </p:spPr>
        <p:txBody>
          <a:bodyPr lIns="0" r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75AC876-88FB-664D-97C5-A7E9B7E8956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95662" y="1147391"/>
            <a:ext cx="5524501" cy="4201850"/>
          </a:xfrm>
        </p:spPr>
        <p:txBody>
          <a:bodyPr lIns="0" r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731984-5D0C-1E47-AB49-5F01E34C65D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95662" y="5522977"/>
            <a:ext cx="5524501" cy="475487"/>
          </a:xfrm>
        </p:spPr>
        <p:txBody>
          <a:bodyPr lIns="0" rIns="0">
            <a:noAutofit/>
          </a:bodyPr>
          <a:lstStyle>
            <a:lvl1pPr marL="0" indent="0">
              <a:spcAft>
                <a:spcPts val="0"/>
              </a:spcAft>
              <a:buNone/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BCE48DD-2CA7-AE46-8748-A155FE18F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1" y="308262"/>
            <a:ext cx="11417299" cy="336471"/>
          </a:xfrm>
        </p:spPr>
        <p:txBody>
          <a:bodyPr lIns="0" tIns="0" rIns="0" bIns="0" anchor="t">
            <a:noAutofit/>
          </a:bodyPr>
          <a:lstStyle>
            <a:lvl1pPr>
              <a:defRPr sz="1800" b="1" i="0" cap="none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DB123C-CD38-8544-81E3-936EECE31F5A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7092E6D-4032-1547-B5AB-FBC99CAC81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75D55028-71AA-1340-9562-D5A8539C4F61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9DE962C7-596F-6248-8C45-CFE58EF62346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1534889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3720">
          <p15:clr>
            <a:srgbClr val="FBAE40"/>
          </p15:clr>
        </p15:guide>
        <p15:guide id="3" pos="396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781CA7-FDD0-FB40-A462-AA6D70311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127709"/>
            <a:ext cx="11430001" cy="4870755"/>
          </a:xfrm>
        </p:spPr>
        <p:txBody>
          <a:bodyPr lIns="0" r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15C351B-DE50-5C4F-95FC-D23BD8E35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1" y="308262"/>
            <a:ext cx="11417299" cy="336471"/>
          </a:xfrm>
        </p:spPr>
        <p:txBody>
          <a:bodyPr lIns="0" tIns="0" rIns="0" bIns="0" anchor="t">
            <a:noAutofit/>
          </a:bodyPr>
          <a:lstStyle>
            <a:lvl1pPr>
              <a:defRPr sz="1800" b="1" i="0" cap="none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E46485-B6D9-EA4E-9C21-8E968F0C76A3}"/>
              </a:ext>
            </a:extLst>
          </p:cNvPr>
          <p:cNvSpPr/>
          <p:nvPr userDrawn="1"/>
        </p:nvSpPr>
        <p:spPr>
          <a:xfrm>
            <a:off x="0" y="614936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66C3083-23C2-E443-9539-866E15AE23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52FB3A36-5904-6D4F-AC8E-572E5642276E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497FBE9F-1636-114E-A732-8AB9479012D1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2830554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3720">
          <p15:clr>
            <a:srgbClr val="FBAE40"/>
          </p15:clr>
        </p15:guide>
        <p15:guide id="3" pos="39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2095A4D7-C7DC-3D4D-9952-A9EC5CE64ABA}"/>
              </a:ext>
            </a:extLst>
          </p:cNvPr>
          <p:cNvSpPr txBox="1"/>
          <p:nvPr userDrawn="1"/>
        </p:nvSpPr>
        <p:spPr>
          <a:xfrm>
            <a:off x="13101638" y="23002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A1CB326-CE34-4D4D-AF77-C6D8059E90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39256"/>
          </a:xfrm>
          <a:prstGeom prst="rect">
            <a:avLst/>
          </a:prstGeom>
        </p:spPr>
      </p:pic>
      <p:pic>
        <p:nvPicPr>
          <p:cNvPr id="8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F30EA71-11A0-E941-9380-6042CF9161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2C0EB17-E95C-B240-BEA1-C0B81BD1638D}"/>
              </a:ext>
            </a:extLst>
          </p:cNvPr>
          <p:cNvSpPr/>
          <p:nvPr userDrawn="1"/>
        </p:nvSpPr>
        <p:spPr>
          <a:xfrm>
            <a:off x="381000" y="3227294"/>
            <a:ext cx="75527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471182-D925-FB42-A98E-5E29129B41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021360"/>
            <a:ext cx="8204947" cy="1909482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95000"/>
              </a:lnSpc>
              <a:defRPr sz="6000" b="1" i="0" cap="none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C283F10E-9CF9-174F-99FC-6367F11C757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555591"/>
            <a:ext cx="8204948" cy="451633"/>
          </a:xfrm>
        </p:spPr>
        <p:txBody>
          <a:bodyPr lIns="0" rIns="0" anchor="t">
            <a:noAutofit/>
          </a:bodyPr>
          <a:lstStyle>
            <a:lvl1pPr marL="0" indent="0" algn="l">
              <a:buNone/>
              <a:defRPr sz="2000" b="0" i="0" cap="none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27982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" y="12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12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390771" y="1511300"/>
            <a:ext cx="11406552" cy="45847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429914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CC6AAE-31AE-4B44-8414-93347D5E33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1838" y="6434502"/>
            <a:ext cx="1246338" cy="224341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3ED7E7C-3BC0-914B-AC61-8DCBD4F7C0FA}"/>
              </a:ext>
            </a:extLst>
          </p:cNvPr>
          <p:cNvSpPr txBox="1">
            <a:spLocks/>
          </p:cNvSpPr>
          <p:nvPr userDrawn="1"/>
        </p:nvSpPr>
        <p:spPr>
          <a:xfrm>
            <a:off x="8138911" y="6443139"/>
            <a:ext cx="3629518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6A137FA-AC08-4742-BE6B-5F72DD4E128B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4DF04AC-DB1E-654F-B8AB-84A5F0EAC91E}"/>
              </a:ext>
            </a:extLst>
          </p:cNvPr>
          <p:cNvSpPr txBox="1">
            <a:spLocks/>
          </p:cNvSpPr>
          <p:nvPr userDrawn="1"/>
        </p:nvSpPr>
        <p:spPr>
          <a:xfrm>
            <a:off x="5767988" y="6443139"/>
            <a:ext cx="5398472" cy="2243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– DO NOT DISTRIBUTE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5C6BEA2-564E-EA49-B954-468F4F6ABB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2158" y="236868"/>
            <a:ext cx="2962275" cy="431800"/>
          </a:xfrm>
        </p:spPr>
        <p:txBody>
          <a:bodyPr/>
          <a:lstStyle>
            <a:lvl1pPr marL="0" indent="0">
              <a:buNone/>
              <a:defRPr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3339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3720">
          <p15:clr>
            <a:srgbClr val="FBAE40"/>
          </p15:clr>
        </p15:guide>
        <p15:guide id="3" pos="39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270" imgH="270" progId="TCLayout.ActiveDocument.1">
                  <p:embed/>
                </p:oleObj>
              </mc:Choice>
              <mc:Fallback>
                <p:oleObj name="think-cell Slide" r:id="rId29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e 1"/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4109" name="Freeform 13"/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10" name="Freeform 14"/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51670" y="6650661"/>
            <a:ext cx="176330" cy="123111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 userDrawn="1"/>
        </p:nvSpPr>
        <p:spPr>
          <a:xfrm>
            <a:off x="9017223" y="6650661"/>
            <a:ext cx="2664297" cy="1231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© Capgemini 2023. All rights reserved  </a:t>
            </a:r>
            <a:r>
              <a:rPr lang="en-US">
                <a:solidFill>
                  <a:schemeClr val="accent2"/>
                </a:solidFill>
              </a:rPr>
              <a:t>|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 userDrawn="1"/>
        </p:nvSpPr>
        <p:spPr>
          <a:xfrm>
            <a:off x="227348" y="6650661"/>
            <a:ext cx="471652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>
                    <a:lumMod val="65000"/>
                  </a:schemeClr>
                </a:solidFill>
              </a:rPr>
              <a:t>Kemper Monthly Review</a:t>
            </a:r>
            <a:r>
              <a:rPr lang="en-US" baseline="0">
                <a:solidFill>
                  <a:schemeClr val="bg1">
                    <a:lumMod val="65000"/>
                  </a:schemeClr>
                </a:solidFill>
              </a:rPr>
              <a:t> September 2024</a:t>
            </a:r>
          </a:p>
        </p:txBody>
      </p:sp>
      <p:sp>
        <p:nvSpPr>
          <p:cNvPr id="4" name="Espace réservé du texte 3"/>
          <p:cNvSpPr>
            <a:spLocks noGrp="1"/>
          </p:cNvSpPr>
          <p:nvPr userDrawn="1">
            <p:ph type="body" idx="1"/>
          </p:nvPr>
        </p:nvSpPr>
        <p:spPr>
          <a:xfrm>
            <a:off x="227348" y="1815352"/>
            <a:ext cx="11700000" cy="44662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</a:t>
            </a:r>
            <a:r>
              <a:rPr lang="fr-FR" err="1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000" b="0" i="0" u="none" strike="noStrike" kern="1200" cap="none" spc="0" normalizeH="0" baseline="0" noProof="0" dirty="0">
          <a:ln>
            <a:noFill/>
          </a:ln>
          <a:solidFill>
            <a:schemeClr val="accent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4445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23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Verdana" panose="020B0604030504040204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12800" indent="-1905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506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143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B775-D487-44A0-F7E7-7378388E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93EF690-A60B-440C-8FF9-4C274C787BAB}"/>
              </a:ext>
            </a:extLst>
          </p:cNvPr>
          <p:cNvCxnSpPr/>
          <p:nvPr/>
        </p:nvCxnSpPr>
        <p:spPr bwMode="auto">
          <a:xfrm>
            <a:off x="48000" y="6184196"/>
            <a:ext cx="12144000" cy="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D32AD7D-660E-65BE-50AE-795306E34C9C}"/>
              </a:ext>
            </a:extLst>
          </p:cNvPr>
          <p:cNvSpPr/>
          <p:nvPr/>
        </p:nvSpPr>
        <p:spPr>
          <a:xfrm>
            <a:off x="145579" y="1045698"/>
            <a:ext cx="2745293" cy="49829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34" marR="0" lvl="1" indent="-179334" algn="l" defTabSz="914126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>
                <a:tab pos="180921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15% of File Extraction from 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ImageRight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9334" marR="0" lvl="1" indent="-179334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>
                <a:tab pos="180921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Execution Dashboard for 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Decomm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9334" marR="0" lvl="1" indent="-179334" algn="l" defTabSz="914126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>
                <a:tab pos="180921" algn="l"/>
              </a:tabLst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Initiating the Decommission activities for Wave 1,2 and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A5CA4EC-9227-F430-8478-B0037FC3FC95}"/>
              </a:ext>
            </a:extLst>
          </p:cNvPr>
          <p:cNvSpPr/>
          <p:nvPr/>
        </p:nvSpPr>
        <p:spPr>
          <a:xfrm>
            <a:off x="2968538" y="1756807"/>
            <a:ext cx="9089207" cy="3024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457200" marR="0" lvl="2" indent="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marR="0" lvl="2" indent="-17145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3M files has been Extracted from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ImageRight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28650" marR="0" lvl="2" indent="-17145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Decomm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tool has been modified to add few more functionalities.</a:t>
            </a:r>
          </a:p>
          <a:p>
            <a:pPr marL="628650" marR="0" lvl="2" indent="-17145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Execution Phase Dashboard has been presented to NW stakeholders on 8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May</a:t>
            </a:r>
          </a:p>
          <a:p>
            <a:pPr marL="628650" marR="0" lvl="2" indent="-17145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Communication mails and sign-offs has been obtained for Waves 1,2 and 3.</a:t>
            </a:r>
          </a:p>
          <a:p>
            <a:pPr marL="457200" marR="0" lvl="2" indent="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E3E6745-64D9-E750-07DE-B5C9AD597760}"/>
              </a:ext>
            </a:extLst>
          </p:cNvPr>
          <p:cNvSpPr/>
          <p:nvPr/>
        </p:nvSpPr>
        <p:spPr>
          <a:xfrm>
            <a:off x="2953872" y="1490976"/>
            <a:ext cx="9061994" cy="231874"/>
          </a:xfrm>
          <a:prstGeom prst="rect">
            <a:avLst/>
          </a:prstGeom>
          <a:solidFill>
            <a:srgbClr val="12ABDB"/>
          </a:solidFill>
          <a:ln w="28575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19" name="Text Placeholder 49">
            <a:extLst>
              <a:ext uri="{FF2B5EF4-FFF2-40B4-BE49-F238E27FC236}">
                <a16:creationId xmlns:a16="http://schemas.microsoft.com/office/drawing/2014/main" id="{A194063F-5993-E3EA-7B28-701A9ACA59D5}"/>
              </a:ext>
            </a:extLst>
          </p:cNvPr>
          <p:cNvSpPr txBox="1">
            <a:spLocks/>
          </p:cNvSpPr>
          <p:nvPr/>
        </p:nvSpPr>
        <p:spPr>
          <a:xfrm>
            <a:off x="2976435" y="1486910"/>
            <a:ext cx="9170415" cy="3338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Current Highlights</a:t>
            </a:r>
            <a:endParaRPr kumimoji="0" lang="pt-P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50EB0-59F6-9050-EF53-7FF0D7CF7068}"/>
              </a:ext>
            </a:extLst>
          </p:cNvPr>
          <p:cNvGrpSpPr/>
          <p:nvPr/>
        </p:nvGrpSpPr>
        <p:grpSpPr>
          <a:xfrm>
            <a:off x="2956277" y="4851509"/>
            <a:ext cx="9110083" cy="278886"/>
            <a:chOff x="2893563" y="5027583"/>
            <a:chExt cx="9110083" cy="278886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62F4E30-0600-2ED5-8AB5-55177B7B915A}"/>
                </a:ext>
              </a:extLst>
            </p:cNvPr>
            <p:cNvSpPr/>
            <p:nvPr/>
          </p:nvSpPr>
          <p:spPr>
            <a:xfrm>
              <a:off x="2893563" y="5032579"/>
              <a:ext cx="9110083" cy="242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" name="Text Placeholder 49">
              <a:extLst>
                <a:ext uri="{FF2B5EF4-FFF2-40B4-BE49-F238E27FC236}">
                  <a16:creationId xmlns:a16="http://schemas.microsoft.com/office/drawing/2014/main" id="{A0C915EC-ABDD-284C-06F2-4B135C549208}"/>
                </a:ext>
              </a:extLst>
            </p:cNvPr>
            <p:cNvSpPr txBox="1">
              <a:spLocks/>
            </p:cNvSpPr>
            <p:nvPr/>
          </p:nvSpPr>
          <p:spPr>
            <a:xfrm>
              <a:off x="3055861" y="5027583"/>
              <a:ext cx="8791530" cy="278886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Key Risks/Issues</a:t>
              </a:r>
              <a:endPara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71177E8-A13E-6857-1AB6-89006790E0BA}"/>
              </a:ext>
            </a:extLst>
          </p:cNvPr>
          <p:cNvSpPr/>
          <p:nvPr/>
        </p:nvSpPr>
        <p:spPr>
          <a:xfrm>
            <a:off x="115490" y="752212"/>
            <a:ext cx="2744758" cy="241607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Upcoming Milestones</a:t>
            </a: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</p:txBody>
      </p:sp>
      <p:sp>
        <p:nvSpPr>
          <p:cNvPr id="123" name="Text Placeholder 49">
            <a:extLst>
              <a:ext uri="{FF2B5EF4-FFF2-40B4-BE49-F238E27FC236}">
                <a16:creationId xmlns:a16="http://schemas.microsoft.com/office/drawing/2014/main" id="{EFF069F5-0BA0-8633-FC14-3BF54999EF8F}"/>
              </a:ext>
            </a:extLst>
          </p:cNvPr>
          <p:cNvSpPr txBox="1">
            <a:spLocks/>
          </p:cNvSpPr>
          <p:nvPr/>
        </p:nvSpPr>
        <p:spPr>
          <a:xfrm>
            <a:off x="2976221" y="744053"/>
            <a:ext cx="9035862" cy="2571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Current Phase Status</a:t>
            </a:r>
            <a:endParaRPr kumimoji="0" lang="pt-P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AEB2CD7-C55F-3576-AD3A-FDC14EF72306}"/>
              </a:ext>
            </a:extLst>
          </p:cNvPr>
          <p:cNvSpPr/>
          <p:nvPr/>
        </p:nvSpPr>
        <p:spPr>
          <a:xfrm>
            <a:off x="2976220" y="752213"/>
            <a:ext cx="9100289" cy="241608"/>
          </a:xfrm>
          <a:prstGeom prst="rect">
            <a:avLst/>
          </a:prstGeom>
          <a:solidFill>
            <a:srgbClr val="3DC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25" name="Text Placeholder 49">
            <a:extLst>
              <a:ext uri="{FF2B5EF4-FFF2-40B4-BE49-F238E27FC236}">
                <a16:creationId xmlns:a16="http://schemas.microsoft.com/office/drawing/2014/main" id="{66D786F2-A8AD-CF62-FEC7-6A367F381208}"/>
              </a:ext>
            </a:extLst>
          </p:cNvPr>
          <p:cNvSpPr txBox="1">
            <a:spLocks/>
          </p:cNvSpPr>
          <p:nvPr/>
        </p:nvSpPr>
        <p:spPr>
          <a:xfrm>
            <a:off x="2976221" y="744053"/>
            <a:ext cx="9035862" cy="2571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Current Phase Status</a:t>
            </a:r>
            <a:endParaRPr kumimoji="0" lang="pt-P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191B5BA-D2EE-1847-AC0B-5640B38ED90D}"/>
              </a:ext>
            </a:extLst>
          </p:cNvPr>
          <p:cNvSpPr/>
          <p:nvPr/>
        </p:nvSpPr>
        <p:spPr>
          <a:xfrm>
            <a:off x="2953302" y="680480"/>
            <a:ext cx="9151836" cy="755290"/>
          </a:xfrm>
          <a:prstGeom prst="rect">
            <a:avLst/>
          </a:prstGeom>
          <a:noFill/>
          <a:ln w="28575">
            <a:solidFill>
              <a:srgbClr val="D9D9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6CDE7E9D-5CD1-8104-F184-B48741085CF4}"/>
              </a:ext>
            </a:extLst>
          </p:cNvPr>
          <p:cNvGraphicFramePr>
            <a:graphicFrameLocks noGrp="1"/>
          </p:cNvGraphicFramePr>
          <p:nvPr/>
        </p:nvGraphicFramePr>
        <p:xfrm>
          <a:off x="2995441" y="1059798"/>
          <a:ext cx="9057535" cy="358560"/>
        </p:xfrm>
        <a:graphic>
          <a:graphicData uri="http://schemas.openxmlformats.org/drawingml/2006/table">
            <a:tbl>
              <a:tblPr/>
              <a:tblGrid>
                <a:gridCol w="598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7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3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90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0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90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90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58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Overall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Schedule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Scope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Resources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Financials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Risk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88D49B0-6537-999E-84F5-097BD7EAB3E9}"/>
              </a:ext>
            </a:extLst>
          </p:cNvPr>
          <p:cNvGrpSpPr/>
          <p:nvPr/>
        </p:nvGrpSpPr>
        <p:grpSpPr>
          <a:xfrm>
            <a:off x="3712231" y="1064370"/>
            <a:ext cx="383928" cy="349661"/>
            <a:chOff x="-811394" y="2900312"/>
            <a:chExt cx="383928" cy="359357"/>
          </a:xfrm>
          <a:solidFill>
            <a:srgbClr val="95E616"/>
          </a:solidFill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4AEB505-BF21-3413-FC19-6688A50F0E4A}"/>
                </a:ext>
              </a:extLst>
            </p:cNvPr>
            <p:cNvSpPr/>
            <p:nvPr/>
          </p:nvSpPr>
          <p:spPr bwMode="auto">
            <a:xfrm>
              <a:off x="-811394" y="2900312"/>
              <a:ext cx="383928" cy="359357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30" name="Right Arrow 285">
              <a:extLst>
                <a:ext uri="{FF2B5EF4-FFF2-40B4-BE49-F238E27FC236}">
                  <a16:creationId xmlns:a16="http://schemas.microsoft.com/office/drawing/2014/main" id="{39E1FC9E-D03F-4FFD-7610-2B4E3D27E7DB}"/>
                </a:ext>
              </a:extLst>
            </p:cNvPr>
            <p:cNvSpPr/>
            <p:nvPr/>
          </p:nvSpPr>
          <p:spPr bwMode="auto">
            <a:xfrm>
              <a:off x="-763913" y="2996664"/>
              <a:ext cx="319356" cy="190499"/>
            </a:xfrm>
            <a:prstGeom prst="rightArrow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3C4A8DC-0E59-7915-3BAA-5B4FDD55639F}"/>
              </a:ext>
            </a:extLst>
          </p:cNvPr>
          <p:cNvGrpSpPr/>
          <p:nvPr/>
        </p:nvGrpSpPr>
        <p:grpSpPr>
          <a:xfrm>
            <a:off x="5174086" y="1047137"/>
            <a:ext cx="383928" cy="349661"/>
            <a:chOff x="-811394" y="2900312"/>
            <a:chExt cx="383928" cy="359357"/>
          </a:xfrm>
          <a:solidFill>
            <a:srgbClr val="95E616"/>
          </a:solidFill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FBB3CE87-2D2E-CF8E-5A99-8258E2DF4971}"/>
                </a:ext>
              </a:extLst>
            </p:cNvPr>
            <p:cNvSpPr/>
            <p:nvPr/>
          </p:nvSpPr>
          <p:spPr bwMode="auto">
            <a:xfrm>
              <a:off x="-811394" y="2900312"/>
              <a:ext cx="383928" cy="359357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33" name="Right Arrow 285">
              <a:extLst>
                <a:ext uri="{FF2B5EF4-FFF2-40B4-BE49-F238E27FC236}">
                  <a16:creationId xmlns:a16="http://schemas.microsoft.com/office/drawing/2014/main" id="{534D2E25-6581-0CE3-FF1C-324D8E64F98A}"/>
                </a:ext>
              </a:extLst>
            </p:cNvPr>
            <p:cNvSpPr/>
            <p:nvPr/>
          </p:nvSpPr>
          <p:spPr bwMode="auto">
            <a:xfrm>
              <a:off x="-763913" y="2996664"/>
              <a:ext cx="319356" cy="190499"/>
            </a:xfrm>
            <a:prstGeom prst="rightArrow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6DC8D72-11EA-6EAA-1517-5769730D7C07}"/>
              </a:ext>
            </a:extLst>
          </p:cNvPr>
          <p:cNvGrpSpPr/>
          <p:nvPr/>
        </p:nvGrpSpPr>
        <p:grpSpPr>
          <a:xfrm>
            <a:off x="6751859" y="1052447"/>
            <a:ext cx="383928" cy="349661"/>
            <a:chOff x="-811394" y="2900312"/>
            <a:chExt cx="383928" cy="359357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BEF67784-FC23-74FA-7601-55A150FCCA54}"/>
                </a:ext>
              </a:extLst>
            </p:cNvPr>
            <p:cNvSpPr/>
            <p:nvPr/>
          </p:nvSpPr>
          <p:spPr bwMode="auto">
            <a:xfrm>
              <a:off x="-811394" y="2900312"/>
              <a:ext cx="383928" cy="359357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36" name="Right Arrow 285">
              <a:extLst>
                <a:ext uri="{FF2B5EF4-FFF2-40B4-BE49-F238E27FC236}">
                  <a16:creationId xmlns:a16="http://schemas.microsoft.com/office/drawing/2014/main" id="{7456D4A4-970E-111A-6B75-B9AFC81B4260}"/>
                </a:ext>
              </a:extLst>
            </p:cNvPr>
            <p:cNvSpPr/>
            <p:nvPr/>
          </p:nvSpPr>
          <p:spPr bwMode="auto">
            <a:xfrm>
              <a:off x="-763913" y="2996664"/>
              <a:ext cx="319356" cy="190499"/>
            </a:xfrm>
            <a:prstGeom prst="rightArrow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6DA731A-AF67-0D40-CE83-1427036BF6FF}"/>
              </a:ext>
            </a:extLst>
          </p:cNvPr>
          <p:cNvGrpSpPr/>
          <p:nvPr/>
        </p:nvGrpSpPr>
        <p:grpSpPr>
          <a:xfrm>
            <a:off x="8351278" y="1046850"/>
            <a:ext cx="383928" cy="349661"/>
            <a:chOff x="-811394" y="2900312"/>
            <a:chExt cx="383928" cy="359357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8F4DB84-1C25-EF65-75D6-9746BC8203E2}"/>
                </a:ext>
              </a:extLst>
            </p:cNvPr>
            <p:cNvSpPr/>
            <p:nvPr/>
          </p:nvSpPr>
          <p:spPr bwMode="auto">
            <a:xfrm>
              <a:off x="-811394" y="2900312"/>
              <a:ext cx="383928" cy="359357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39" name="Right Arrow 285">
              <a:extLst>
                <a:ext uri="{FF2B5EF4-FFF2-40B4-BE49-F238E27FC236}">
                  <a16:creationId xmlns:a16="http://schemas.microsoft.com/office/drawing/2014/main" id="{7DAB17E5-30B4-2A39-7590-253760F6DAFB}"/>
                </a:ext>
              </a:extLst>
            </p:cNvPr>
            <p:cNvSpPr/>
            <p:nvPr/>
          </p:nvSpPr>
          <p:spPr bwMode="auto">
            <a:xfrm>
              <a:off x="-763913" y="2996664"/>
              <a:ext cx="319356" cy="190499"/>
            </a:xfrm>
            <a:prstGeom prst="rightArrow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F22B097-C916-0282-4349-5239684540D3}"/>
              </a:ext>
            </a:extLst>
          </p:cNvPr>
          <p:cNvGrpSpPr/>
          <p:nvPr/>
        </p:nvGrpSpPr>
        <p:grpSpPr>
          <a:xfrm>
            <a:off x="9885936" y="1046849"/>
            <a:ext cx="383928" cy="349661"/>
            <a:chOff x="-811394" y="2900312"/>
            <a:chExt cx="383928" cy="359357"/>
          </a:xfrm>
          <a:solidFill>
            <a:schemeClr val="accent5"/>
          </a:solidFill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33D763E-03F6-EC8E-7996-10F58390E1EE}"/>
                </a:ext>
              </a:extLst>
            </p:cNvPr>
            <p:cNvSpPr/>
            <p:nvPr/>
          </p:nvSpPr>
          <p:spPr bwMode="auto">
            <a:xfrm>
              <a:off x="-811394" y="2900312"/>
              <a:ext cx="383928" cy="359357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42" name="Right Arrow 285">
              <a:extLst>
                <a:ext uri="{FF2B5EF4-FFF2-40B4-BE49-F238E27FC236}">
                  <a16:creationId xmlns:a16="http://schemas.microsoft.com/office/drawing/2014/main" id="{58208E7A-A03E-044F-2612-623A9D0DF85E}"/>
                </a:ext>
              </a:extLst>
            </p:cNvPr>
            <p:cNvSpPr/>
            <p:nvPr/>
          </p:nvSpPr>
          <p:spPr bwMode="auto">
            <a:xfrm>
              <a:off x="-763913" y="2996664"/>
              <a:ext cx="319356" cy="190499"/>
            </a:xfrm>
            <a:prstGeom prst="rightArrow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DA7D82E-00F8-9122-EC3D-1AAC0DAAD55A}"/>
              </a:ext>
            </a:extLst>
          </p:cNvPr>
          <p:cNvGrpSpPr/>
          <p:nvPr/>
        </p:nvGrpSpPr>
        <p:grpSpPr>
          <a:xfrm>
            <a:off x="11359080" y="1054728"/>
            <a:ext cx="383928" cy="349661"/>
            <a:chOff x="-811394" y="2900312"/>
            <a:chExt cx="383928" cy="359357"/>
          </a:xfrm>
          <a:solidFill>
            <a:schemeClr val="accent5"/>
          </a:solidFill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B9BA05B3-03AE-F654-4A17-F81C4A92CCAB}"/>
                </a:ext>
              </a:extLst>
            </p:cNvPr>
            <p:cNvSpPr/>
            <p:nvPr/>
          </p:nvSpPr>
          <p:spPr bwMode="auto">
            <a:xfrm>
              <a:off x="-811394" y="2900312"/>
              <a:ext cx="383928" cy="359357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45" name="Right Arrow 285">
              <a:extLst>
                <a:ext uri="{FF2B5EF4-FFF2-40B4-BE49-F238E27FC236}">
                  <a16:creationId xmlns:a16="http://schemas.microsoft.com/office/drawing/2014/main" id="{F930B7FE-FDFD-A5C2-D2D6-D5CAF00E264D}"/>
                </a:ext>
              </a:extLst>
            </p:cNvPr>
            <p:cNvSpPr/>
            <p:nvPr/>
          </p:nvSpPr>
          <p:spPr bwMode="auto">
            <a:xfrm>
              <a:off x="-763913" y="2996664"/>
              <a:ext cx="319356" cy="190499"/>
            </a:xfrm>
            <a:prstGeom prst="rightArrow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146" name="Right Arrow 285">
            <a:extLst>
              <a:ext uri="{FF2B5EF4-FFF2-40B4-BE49-F238E27FC236}">
                <a16:creationId xmlns:a16="http://schemas.microsoft.com/office/drawing/2014/main" id="{9C2ADB93-590F-D8E9-6F41-DEE17999E4DC}"/>
              </a:ext>
            </a:extLst>
          </p:cNvPr>
          <p:cNvSpPr/>
          <p:nvPr/>
        </p:nvSpPr>
        <p:spPr bwMode="auto">
          <a:xfrm>
            <a:off x="5217107" y="1139156"/>
            <a:ext cx="319356" cy="185359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7" name="Right Arrow 285">
            <a:extLst>
              <a:ext uri="{FF2B5EF4-FFF2-40B4-BE49-F238E27FC236}">
                <a16:creationId xmlns:a16="http://schemas.microsoft.com/office/drawing/2014/main" id="{361B06DD-8F0D-2041-D2C7-FEE9D8EACF63}"/>
              </a:ext>
            </a:extLst>
          </p:cNvPr>
          <p:cNvSpPr/>
          <p:nvPr/>
        </p:nvSpPr>
        <p:spPr bwMode="auto">
          <a:xfrm>
            <a:off x="3739653" y="1156149"/>
            <a:ext cx="319356" cy="185359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8" name="Right Arrow 285">
            <a:extLst>
              <a:ext uri="{FF2B5EF4-FFF2-40B4-BE49-F238E27FC236}">
                <a16:creationId xmlns:a16="http://schemas.microsoft.com/office/drawing/2014/main" id="{82D33060-EEDE-C382-9724-AC4C95927AEF}"/>
              </a:ext>
            </a:extLst>
          </p:cNvPr>
          <p:cNvSpPr/>
          <p:nvPr/>
        </p:nvSpPr>
        <p:spPr bwMode="auto">
          <a:xfrm>
            <a:off x="9929051" y="1137288"/>
            <a:ext cx="319356" cy="185359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9" name="Right Arrow 285">
            <a:extLst>
              <a:ext uri="{FF2B5EF4-FFF2-40B4-BE49-F238E27FC236}">
                <a16:creationId xmlns:a16="http://schemas.microsoft.com/office/drawing/2014/main" id="{256C4E40-B3F3-6D09-A46B-A9F2EE02805B}"/>
              </a:ext>
            </a:extLst>
          </p:cNvPr>
          <p:cNvSpPr/>
          <p:nvPr/>
        </p:nvSpPr>
        <p:spPr bwMode="auto">
          <a:xfrm>
            <a:off x="11406561" y="1146345"/>
            <a:ext cx="319356" cy="185359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A500C5-0D3F-B24D-4AB7-580F9B192AC1}"/>
              </a:ext>
            </a:extLst>
          </p:cNvPr>
          <p:cNvSpPr/>
          <p:nvPr/>
        </p:nvSpPr>
        <p:spPr>
          <a:xfrm>
            <a:off x="227349" y="6614365"/>
            <a:ext cx="2188028" cy="2032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Monthly Review May’2026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C978E3-3B11-E49E-817D-60AEAE80791F}"/>
              </a:ext>
            </a:extLst>
          </p:cNvPr>
          <p:cNvSpPr/>
          <p:nvPr/>
        </p:nvSpPr>
        <p:spPr>
          <a:xfrm>
            <a:off x="9554980" y="6628923"/>
            <a:ext cx="2188028" cy="2032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Capgemini 2026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977E6B-748A-5AF1-C7AD-2345F9BF7A30}"/>
              </a:ext>
            </a:extLst>
          </p:cNvPr>
          <p:cNvSpPr txBox="1">
            <a:spLocks/>
          </p:cNvSpPr>
          <p:nvPr/>
        </p:nvSpPr>
        <p:spPr>
          <a:xfrm>
            <a:off x="227349" y="0"/>
            <a:ext cx="11125236" cy="70757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Dashboard – CL Decommission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D47C04-1F9A-C12F-929B-7D73F4951979}"/>
              </a:ext>
            </a:extLst>
          </p:cNvPr>
          <p:cNvSpPr/>
          <p:nvPr/>
        </p:nvSpPr>
        <p:spPr>
          <a:xfrm>
            <a:off x="2958100" y="5159709"/>
            <a:ext cx="9151836" cy="868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Calibri" panose="020F0502020204030204" pitchFamily="34" charset="0"/>
                <a:cs typeface="+mn-cs"/>
              </a:rPr>
              <a:t>Data Archival Requirements for PCIO applications are to be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Calibri" panose="020F0502020204030204" pitchFamily="34" charset="0"/>
                <a:cs typeface="+mn-cs"/>
              </a:rPr>
              <a:t>finalised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Calibri" panose="020F0502020204030204" pitchFamily="34" charset="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Calibri" panose="020F0502020204030204" pitchFamily="34" charset="0"/>
                <a:cs typeface="+mn-cs"/>
              </a:rPr>
              <a:t>Data Archival solution for Mainframe apps is to be presented in execution phase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Calibri" panose="020F0502020204030204" pitchFamily="34" charset="0"/>
                <a:cs typeface="+mn-cs"/>
              </a:rPr>
              <a:t>Sign off for the Revised Milestones are yet to be obtained.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2" indent="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marR="0" lvl="2" indent="-17145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marR="0" lvl="2" indent="-171450" algn="l" defTabSz="914400" rtl="0" eaLnBrk="1" fontAlgn="base" latinLnBrk="0" hangingPunct="1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0607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heme/theme1.xml><?xml version="1.0" encoding="utf-8"?>
<a:theme xmlns:a="http://schemas.openxmlformats.org/drawingml/2006/main" name="Capgemini Master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template.potx" id="{18FE7168-D87E-42AB-B386-4F7E19B889AB}" vid="{1E53BF59-8A3C-4B78-911D-5EA8613465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151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Ubuntu</vt:lpstr>
      <vt:lpstr>Verdana</vt:lpstr>
      <vt:lpstr>Wingdings</vt:lpstr>
      <vt:lpstr>Capgemini Master</vt:lpstr>
      <vt:lpstr>think-cell Slide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Aloor David, Daison</dc:creator>
  <cp:lastModifiedBy>Aloor David, Daison</cp:lastModifiedBy>
  <cp:revision>1</cp:revision>
  <dcterms:created xsi:type="dcterms:W3CDTF">2026-05-08T19:42:02Z</dcterms:created>
  <dcterms:modified xsi:type="dcterms:W3CDTF">2026-05-08T19:47:43Z</dcterms:modified>
</cp:coreProperties>
</file>